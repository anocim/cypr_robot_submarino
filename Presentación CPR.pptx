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Playfair Display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PlayfairDisplay-bold.fntdata"/><Relationship Id="rId23" Type="http://schemas.openxmlformats.org/officeDocument/2006/relationships/font" Target="fonts/PlayfairDispl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boldItalic.fntdata"/><Relationship Id="rId25" Type="http://schemas.openxmlformats.org/officeDocument/2006/relationships/font" Target="fonts/PlayfairDispl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8b0dc0eb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8b0dc0eb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8b0dc0eb4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8b0dc0eb4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8b0dc0eb4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8b0dc0eb4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8b0dc0eb4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8b0dc0eb4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8b0dc0eb4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8b0dc0eb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8b0dc0eb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8b0dc0eb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8b0dc0eb4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8b0dc0eb4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8b0dc0eb4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8b0dc0eb4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8b0dc0eb4_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8b0dc0eb4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8b0dc0eb4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8b0dc0eb4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8b0dc0eb4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b8b0dc0eb4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8b0dc0eb4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b8b0dc0eb4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8b0dc0eb4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b8b0dc0eb4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8.jp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hyperlink" Target="http://www.youtube.com/watch?v=rGyDwG_43uU" TargetMode="External"/><Relationship Id="rId5" Type="http://schemas.openxmlformats.org/officeDocument/2006/relationships/image" Target="../media/image13.jpg"/><Relationship Id="rId6" Type="http://schemas.openxmlformats.org/officeDocument/2006/relationships/hyperlink" Target="http://www.youtube.com/watch?v=sxLTXU83F6o" TargetMode="External"/><Relationship Id="rId7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Relationship Id="rId4" Type="http://schemas.openxmlformats.org/officeDocument/2006/relationships/hyperlink" Target="http://www.youtube.com/watch?v=scpvRsHPk_0" TargetMode="External"/><Relationship Id="rId5" Type="http://schemas.openxmlformats.org/officeDocument/2006/relationships/image" Target="../media/image15.jpg"/><Relationship Id="rId6" Type="http://schemas.openxmlformats.org/officeDocument/2006/relationships/hyperlink" Target="http://www.youtube.com/watch?v=Z3itm0gR8KQ" TargetMode="External"/><Relationship Id="rId7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esta diapositiva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7-eu.googleusercontent.com/gg-dl/ABS2GSnmHLKim6xtWWRiRvLECnkDMqFSt2hdfIDWZc2ILmT7QPPI9TWl-tFXZ0LehQ7w9AY65MQ1noqtbModWznaPCLWQS7srI9lNJnJhZwLsHj1tvWR9WdBYaWwTxKQF55ve42KLh8R5RH0CfE3yBBqdx1V1qb4zdyPPQf-SSiwZK1-T75c=w1376-h768?authuser=0 mismo estilo blue print pero con menos fondo marino y mas en los bordes porque quiero añadir info dentro de la diapositiva 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1102238" y="8550"/>
            <a:ext cx="69348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ÍNDICE</a:t>
            </a: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3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1" name="Google Shape;61;p14"/>
          <p:cNvGrpSpPr/>
          <p:nvPr/>
        </p:nvGrpSpPr>
        <p:grpSpPr>
          <a:xfrm>
            <a:off x="2528425" y="717700"/>
            <a:ext cx="4177200" cy="704400"/>
            <a:chOff x="2528425" y="717700"/>
            <a:chExt cx="4177200" cy="704400"/>
          </a:xfrm>
        </p:grpSpPr>
        <p:sp>
          <p:nvSpPr>
            <p:cNvPr id="62" name="Google Shape;62;p14"/>
            <p:cNvSpPr/>
            <p:nvPr/>
          </p:nvSpPr>
          <p:spPr>
            <a:xfrm>
              <a:off x="2528425" y="717700"/>
              <a:ext cx="793800" cy="704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6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26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3322225" y="717700"/>
              <a:ext cx="3383400" cy="7044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200">
                  <a:latin typeface="Roboto"/>
                  <a:ea typeface="Roboto"/>
                  <a:cs typeface="Roboto"/>
                  <a:sym typeface="Roboto"/>
                </a:rPr>
                <a:t>INTRODUCCIÓN</a:t>
              </a:r>
              <a:endParaRPr b="1" sz="2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2528425" y="1495175"/>
            <a:ext cx="4177200" cy="704400"/>
            <a:chOff x="2528425" y="1495175"/>
            <a:chExt cx="4177200" cy="704400"/>
          </a:xfrm>
        </p:grpSpPr>
        <p:sp>
          <p:nvSpPr>
            <p:cNvPr id="65" name="Google Shape;65;p14"/>
            <p:cNvSpPr/>
            <p:nvPr/>
          </p:nvSpPr>
          <p:spPr>
            <a:xfrm>
              <a:off x="2528425" y="1495175"/>
              <a:ext cx="793800" cy="704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2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2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3322225" y="1495175"/>
              <a:ext cx="3383400" cy="7044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200">
                  <a:latin typeface="Roboto"/>
                  <a:ea typeface="Roboto"/>
                  <a:cs typeface="Roboto"/>
                  <a:sym typeface="Roboto"/>
                </a:rPr>
                <a:t>ORGANIZACIÓN</a:t>
              </a:r>
              <a:endParaRPr b="1" sz="2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2528425" y="2272650"/>
            <a:ext cx="4177200" cy="704400"/>
            <a:chOff x="2528425" y="2272650"/>
            <a:chExt cx="4177200" cy="704400"/>
          </a:xfrm>
        </p:grpSpPr>
        <p:sp>
          <p:nvSpPr>
            <p:cNvPr id="68" name="Google Shape;68;p14"/>
            <p:cNvSpPr/>
            <p:nvPr/>
          </p:nvSpPr>
          <p:spPr>
            <a:xfrm>
              <a:off x="2528425" y="2272650"/>
              <a:ext cx="793800" cy="704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2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2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3322225" y="2272650"/>
              <a:ext cx="3383400" cy="7044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200">
                  <a:latin typeface="Roboto"/>
                  <a:ea typeface="Roboto"/>
                  <a:cs typeface="Roboto"/>
                  <a:sym typeface="Roboto"/>
                </a:rPr>
                <a:t>DESARROLLO</a:t>
              </a:r>
              <a:endParaRPr b="1" sz="2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" name="Google Shape;70;p14"/>
          <p:cNvGrpSpPr/>
          <p:nvPr/>
        </p:nvGrpSpPr>
        <p:grpSpPr>
          <a:xfrm>
            <a:off x="2528425" y="3050125"/>
            <a:ext cx="4177200" cy="704400"/>
            <a:chOff x="2528425" y="3050125"/>
            <a:chExt cx="4177200" cy="704400"/>
          </a:xfrm>
        </p:grpSpPr>
        <p:sp>
          <p:nvSpPr>
            <p:cNvPr id="71" name="Google Shape;71;p14"/>
            <p:cNvSpPr/>
            <p:nvPr/>
          </p:nvSpPr>
          <p:spPr>
            <a:xfrm>
              <a:off x="2528425" y="3050125"/>
              <a:ext cx="793800" cy="704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2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2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3322225" y="3050125"/>
              <a:ext cx="3383400" cy="7044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200">
                  <a:latin typeface="Roboto"/>
                  <a:ea typeface="Roboto"/>
                  <a:cs typeface="Roboto"/>
                  <a:sym typeface="Roboto"/>
                </a:rPr>
                <a:t>PRUEBAS</a:t>
              </a:r>
              <a:endParaRPr b="1" sz="2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3" name="Google Shape;73;p14"/>
          <p:cNvGrpSpPr/>
          <p:nvPr/>
        </p:nvGrpSpPr>
        <p:grpSpPr>
          <a:xfrm>
            <a:off x="2528425" y="3827600"/>
            <a:ext cx="4177200" cy="704400"/>
            <a:chOff x="2528425" y="3827600"/>
            <a:chExt cx="4177200" cy="704400"/>
          </a:xfrm>
        </p:grpSpPr>
        <p:sp>
          <p:nvSpPr>
            <p:cNvPr id="74" name="Google Shape;74;p14"/>
            <p:cNvSpPr/>
            <p:nvPr/>
          </p:nvSpPr>
          <p:spPr>
            <a:xfrm>
              <a:off x="2528425" y="3827600"/>
              <a:ext cx="793800" cy="704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2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sz="2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3322225" y="3827600"/>
              <a:ext cx="3383400" cy="7044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200">
                  <a:latin typeface="Roboto"/>
                  <a:ea typeface="Roboto"/>
                  <a:cs typeface="Roboto"/>
                  <a:sym typeface="Roboto"/>
                </a:rPr>
                <a:t>CONCLUSIÓN</a:t>
              </a:r>
              <a:endParaRPr b="1" sz="2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7-eu.googleusercontent.com/gg-dl/ABS2GSnmHLKim6xtWWRiRvLECnkDMqFSt2hdfIDWZc2ILmT7QPPI9TWl-tFXZ0LehQ7w9AY65MQ1noqtbModWznaPCLWQS7srI9lNJnJhZwLsHj1tvWR9WdBYaWwTxKQF55ve42KLh8R5RH0CfE3yBBqdx1V1qb4zdyPPQf-SSiwZK1-T75c=w1376-h768?authuser=0 mismo estilo blue print pero con menos fondo marino y mas en los bordes porque quiero añadir info dentro de la diapositiva "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1878747" y="2001150"/>
            <a:ext cx="53865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INTRODUCCIÓN</a:t>
            </a:r>
            <a:endParaRPr b="1" sz="3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5" title="AUV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3500" y="337299"/>
            <a:ext cx="2762675" cy="15539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3" name="Google Shape;83;p15"/>
          <p:cNvSpPr/>
          <p:nvPr/>
        </p:nvSpPr>
        <p:spPr>
          <a:xfrm>
            <a:off x="3297400" y="3475375"/>
            <a:ext cx="436200" cy="71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672875" y="3665875"/>
            <a:ext cx="191100" cy="28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3229725" y="3557225"/>
            <a:ext cx="67800" cy="63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3194625" y="3603200"/>
            <a:ext cx="102900" cy="5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3272825" y="3534175"/>
            <a:ext cx="166200" cy="13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5" title="no inf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8250" y="3412600"/>
            <a:ext cx="847250" cy="84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 title="imagen_res.png"/>
          <p:cNvPicPr preferRelativeResize="0"/>
          <p:nvPr/>
        </p:nvPicPr>
        <p:blipFill rotWithShape="1">
          <a:blip r:embed="rId6">
            <a:alphaModFix/>
          </a:blip>
          <a:srcRect b="18443" l="7825" r="7757" t="16248"/>
          <a:stretch/>
        </p:blipFill>
        <p:spPr>
          <a:xfrm>
            <a:off x="430548" y="337300"/>
            <a:ext cx="1940275" cy="150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7-eu.googleusercontent.com/gg-dl/ABS2GSnmHLKim6xtWWRiRvLECnkDMqFSt2hdfIDWZc2ILmT7QPPI9TWl-tFXZ0LehQ7w9AY65MQ1noqtbModWznaPCLWQS7srI9lNJnJhZwLsHj1tvWR9WdBYaWwTxKQF55ve42KLh8R5RH0CfE3yBBqdx1V1qb4zdyPPQf-SSiwZK1-T75c=w1376-h768?authuser=0 mismo estilo blue print pero con menos fondo marino y mas en los bordes porque quiero añadir info dentro de la diapositiva "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466988" y="174275"/>
            <a:ext cx="82053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REPOSITORIO ROS2 DE SIMULACION AUV</a:t>
            </a:r>
            <a:endParaRPr b="1" sz="3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ORCA4</a:t>
            </a:r>
            <a:endParaRPr b="1" sz="3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6" name="Google Shape;96;p16"/>
          <p:cNvGrpSpPr/>
          <p:nvPr/>
        </p:nvGrpSpPr>
        <p:grpSpPr>
          <a:xfrm>
            <a:off x="1000351" y="1755050"/>
            <a:ext cx="4520777" cy="429191"/>
            <a:chOff x="2528434" y="717675"/>
            <a:chExt cx="4580321" cy="704400"/>
          </a:xfrm>
        </p:grpSpPr>
        <p:sp>
          <p:nvSpPr>
            <p:cNvPr id="97" name="Google Shape;97;p16"/>
            <p:cNvSpPr/>
            <p:nvPr/>
          </p:nvSpPr>
          <p:spPr>
            <a:xfrm>
              <a:off x="2528434" y="717675"/>
              <a:ext cx="4479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2976255" y="717675"/>
              <a:ext cx="41325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99" name="Google Shape;99;p16"/>
          <p:cNvSpPr txBox="1"/>
          <p:nvPr/>
        </p:nvSpPr>
        <p:spPr>
          <a:xfrm>
            <a:off x="936150" y="1704050"/>
            <a:ext cx="5523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1488525" y="1704050"/>
            <a:ext cx="36381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ARCHIVOS MODIFICADOS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1" name="Google Shape;101;p16"/>
          <p:cNvGrpSpPr/>
          <p:nvPr/>
        </p:nvGrpSpPr>
        <p:grpSpPr>
          <a:xfrm>
            <a:off x="1000400" y="2486100"/>
            <a:ext cx="4078855" cy="429191"/>
            <a:chOff x="2528440" y="717675"/>
            <a:chExt cx="4580410" cy="704400"/>
          </a:xfrm>
        </p:grpSpPr>
        <p:sp>
          <p:nvSpPr>
            <p:cNvPr id="102" name="Google Shape;102;p16"/>
            <p:cNvSpPr/>
            <p:nvPr/>
          </p:nvSpPr>
          <p:spPr>
            <a:xfrm>
              <a:off x="2528440" y="717675"/>
              <a:ext cx="5010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3029450" y="717675"/>
              <a:ext cx="40794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104" name="Google Shape;104;p16"/>
          <p:cNvSpPr txBox="1"/>
          <p:nvPr/>
        </p:nvSpPr>
        <p:spPr>
          <a:xfrm>
            <a:off x="936237" y="2453082"/>
            <a:ext cx="5523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1488538" y="2435100"/>
            <a:ext cx="47958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PUENTE CON ORCA4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6" name="Google Shape;106;p16"/>
          <p:cNvGrpSpPr/>
          <p:nvPr/>
        </p:nvGrpSpPr>
        <p:grpSpPr>
          <a:xfrm>
            <a:off x="1000339" y="3196248"/>
            <a:ext cx="5139679" cy="429198"/>
            <a:chOff x="2528429" y="717672"/>
            <a:chExt cx="4580411" cy="704412"/>
          </a:xfrm>
        </p:grpSpPr>
        <p:sp>
          <p:nvSpPr>
            <p:cNvPr id="107" name="Google Shape;107;p16"/>
            <p:cNvSpPr/>
            <p:nvPr/>
          </p:nvSpPr>
          <p:spPr>
            <a:xfrm>
              <a:off x="2528429" y="717684"/>
              <a:ext cx="3813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2909739" y="717672"/>
              <a:ext cx="41991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109" name="Google Shape;109;p16"/>
          <p:cNvSpPr txBox="1"/>
          <p:nvPr/>
        </p:nvSpPr>
        <p:spPr>
          <a:xfrm>
            <a:off x="936225" y="3181207"/>
            <a:ext cx="5523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1488525" y="3145250"/>
            <a:ext cx="47958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CONTROL SIMULADOR ORCA4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7-eu.googleusercontent.com/gg-dl/ABS2GSnmHLKim6xtWWRiRvLECnkDMqFSt2hdfIDWZc2ILmT7QPPI9TWl-tFXZ0LehQ7w9AY65MQ1noqtbModWznaPCLWQS7srI9lNJnJhZwLsHj1tvWR9WdBYaWwTxKQF55ve42KLh8R5RH0CfE3yBBqdx1V1qb4zdyPPQf-SSiwZK1-T75c=w1376-h768?authuser=0 mismo estilo blue print pero con menos fondo marino y mas en los bordes porque quiero añadir info dentro de la diapositiva "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688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1845397" y="1719400"/>
            <a:ext cx="53865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ORGANIZACIÓN</a:t>
            </a:r>
            <a:endParaRPr b="1" sz="3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7" name="Google Shape;117;p17"/>
          <p:cNvGrpSpPr/>
          <p:nvPr/>
        </p:nvGrpSpPr>
        <p:grpSpPr>
          <a:xfrm>
            <a:off x="1148411" y="818678"/>
            <a:ext cx="4152519" cy="429191"/>
            <a:chOff x="2528434" y="717675"/>
            <a:chExt cx="4580321" cy="704400"/>
          </a:xfrm>
        </p:grpSpPr>
        <p:sp>
          <p:nvSpPr>
            <p:cNvPr id="118" name="Google Shape;118;p17"/>
            <p:cNvSpPr/>
            <p:nvPr/>
          </p:nvSpPr>
          <p:spPr>
            <a:xfrm>
              <a:off x="2528434" y="717675"/>
              <a:ext cx="4479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2976255" y="717675"/>
              <a:ext cx="41325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120" name="Google Shape;120;p17"/>
          <p:cNvSpPr txBox="1"/>
          <p:nvPr/>
        </p:nvSpPr>
        <p:spPr>
          <a:xfrm>
            <a:off x="1148525" y="802438"/>
            <a:ext cx="393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CONTROL DE VERSIONES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3149817" y="3338216"/>
            <a:ext cx="3847012" cy="429191"/>
            <a:chOff x="2528434" y="717675"/>
            <a:chExt cx="4580321" cy="704400"/>
          </a:xfrm>
        </p:grpSpPr>
        <p:sp>
          <p:nvSpPr>
            <p:cNvPr id="122" name="Google Shape;122;p17"/>
            <p:cNvSpPr/>
            <p:nvPr/>
          </p:nvSpPr>
          <p:spPr>
            <a:xfrm>
              <a:off x="2528434" y="717675"/>
              <a:ext cx="4479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2976255" y="717675"/>
              <a:ext cx="41325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124" name="Google Shape;124;p17"/>
          <p:cNvSpPr txBox="1"/>
          <p:nvPr/>
        </p:nvSpPr>
        <p:spPr>
          <a:xfrm>
            <a:off x="3093575" y="3321950"/>
            <a:ext cx="36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REUNIONES SEMANALES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5" name="Google Shape;125;p17"/>
          <p:cNvGrpSpPr/>
          <p:nvPr/>
        </p:nvGrpSpPr>
        <p:grpSpPr>
          <a:xfrm>
            <a:off x="964263" y="2483425"/>
            <a:ext cx="4520777" cy="429191"/>
            <a:chOff x="2528434" y="717675"/>
            <a:chExt cx="4580321" cy="704400"/>
          </a:xfrm>
        </p:grpSpPr>
        <p:sp>
          <p:nvSpPr>
            <p:cNvPr id="126" name="Google Shape;126;p17"/>
            <p:cNvSpPr/>
            <p:nvPr/>
          </p:nvSpPr>
          <p:spPr>
            <a:xfrm>
              <a:off x="2528434" y="717675"/>
              <a:ext cx="4479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2976255" y="717675"/>
              <a:ext cx="41325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128" name="Google Shape;128;p17"/>
          <p:cNvSpPr txBox="1"/>
          <p:nvPr/>
        </p:nvSpPr>
        <p:spPr>
          <a:xfrm>
            <a:off x="964263" y="2467175"/>
            <a:ext cx="420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ESTABLECIMIENTO DE PLAZOS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6996825" y="116650"/>
            <a:ext cx="1085400" cy="1147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2975" y="32237"/>
            <a:ext cx="3278500" cy="18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/>
          <p:nvPr/>
        </p:nvSpPr>
        <p:spPr>
          <a:xfrm>
            <a:off x="318550" y="3746500"/>
            <a:ext cx="1187400" cy="83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439200" y="3435350"/>
            <a:ext cx="1016100" cy="23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313" y="3317325"/>
            <a:ext cx="1335874" cy="1335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7-eu.googleusercontent.com/gg-dl/ABS2GSnmHLKim6xtWWRiRvLECnkDMqFSt2hdfIDWZc2ILmT7QPPI9TWl-tFXZ0LehQ7w9AY65MQ1noqtbModWznaPCLWQS7srI9lNJnJhZwLsHj1tvWR9WdBYaWwTxKQF55ve42KLh8R5RH0CfE3yBBqdx1V1qb4zdyPPQf-SSiwZK1-T75c=w1376-h768?authuser=0 mismo estilo blue print pero con menos fondo marino y mas en los bordes porque quiero añadir info dentro de la diapositiva " id="138" name="Google Shape;13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1878747" y="1756538"/>
            <a:ext cx="53865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DESARROLLO</a:t>
            </a:r>
            <a:endParaRPr b="1" sz="3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2315925" y="2873450"/>
            <a:ext cx="405600" cy="419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249" y="594799"/>
            <a:ext cx="5011725" cy="6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/>
          <p:nvPr/>
        </p:nvSpPr>
        <p:spPr>
          <a:xfrm>
            <a:off x="2671400" y="3235500"/>
            <a:ext cx="259800" cy="262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2464300" y="2790475"/>
            <a:ext cx="99900" cy="1041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 rot="2824026">
            <a:off x="2632656" y="2864841"/>
            <a:ext cx="99979" cy="104015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 rot="5400000">
            <a:off x="2705075" y="3031100"/>
            <a:ext cx="99900" cy="1041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 rot="10800000">
            <a:off x="2468775" y="3261675"/>
            <a:ext cx="99900" cy="1041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 rot="-5400000">
            <a:off x="2233464" y="3031089"/>
            <a:ext cx="99900" cy="1041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 rot="-3117531">
            <a:off x="2296402" y="2864814"/>
            <a:ext cx="99801" cy="104064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 rot="-8100000">
            <a:off x="2306023" y="3185398"/>
            <a:ext cx="100126" cy="103945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2769200" y="3178650"/>
            <a:ext cx="64200" cy="699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 rot="2505618">
            <a:off x="2873472" y="3212359"/>
            <a:ext cx="67566" cy="85429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 rot="5415279">
            <a:off x="2908949" y="3323841"/>
            <a:ext cx="67501" cy="855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 rot="7927177">
            <a:off x="2873467" y="3425600"/>
            <a:ext cx="67543" cy="85405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 rot="-8089223">
            <a:off x="2661956" y="3425650"/>
            <a:ext cx="67670" cy="85277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 rot="-10784721">
            <a:off x="2767538" y="3468817"/>
            <a:ext cx="67501" cy="855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 rot="-2689223">
            <a:off x="2660905" y="3212445"/>
            <a:ext cx="67670" cy="85277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 rot="-5384721">
            <a:off x="2619661" y="3318869"/>
            <a:ext cx="67501" cy="855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3700" y="2780725"/>
            <a:ext cx="786225" cy="7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/>
          <p:nvPr/>
        </p:nvSpPr>
        <p:spPr>
          <a:xfrm>
            <a:off x="4074250" y="2808900"/>
            <a:ext cx="951000" cy="72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5550" y="2780725"/>
            <a:ext cx="786225" cy="7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/>
          <p:nvPr/>
        </p:nvSpPr>
        <p:spPr>
          <a:xfrm>
            <a:off x="6095150" y="2822525"/>
            <a:ext cx="746100" cy="55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6281813" y="3468675"/>
            <a:ext cx="377400" cy="4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381018" y="3375725"/>
            <a:ext cx="168000" cy="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6371519" y="3434775"/>
            <a:ext cx="198000" cy="3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77400" y="2780725"/>
            <a:ext cx="786225" cy="7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3116675" y="3018000"/>
            <a:ext cx="786300" cy="19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192100" y="3018000"/>
            <a:ext cx="786300" cy="19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4019725" y="2742675"/>
            <a:ext cx="1073400" cy="868800"/>
          </a:xfrm>
          <a:prstGeom prst="frame">
            <a:avLst>
              <a:gd fmla="val 12500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2116700" y="3627525"/>
            <a:ext cx="10734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Diseño</a:t>
            </a:r>
            <a:endParaRPr b="1" sz="18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3315150" y="3627525"/>
            <a:ext cx="25137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Implementación</a:t>
            </a:r>
            <a:endParaRPr b="1" sz="18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5392925" y="3608725"/>
            <a:ext cx="21552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Simulación</a:t>
            </a:r>
            <a:endParaRPr b="1" sz="18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7-eu.googleusercontent.com/gg-dl/ABS2GSnmHLKim6xtWWRiRvLECnkDMqFSt2hdfIDWZc2ILmT7QPPI9TWl-tFXZ0LehQ7w9AY65MQ1noqtbModWznaPCLWQS7srI9lNJnJhZwLsHj1tvWR9WdBYaWwTxKQF55ve42KLh8R5RH0CfE3yBBqdx1V1qb4zdyPPQf-SSiwZK1-T75c=w1376-h768?authuser=0 mismo estilo blue print pero con menos fondo marino y mas en los bordes porque quiero añadir info dentro de la diapositiva " id="176" name="Google Shape;1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0675" cy="516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454013" y="104475"/>
            <a:ext cx="81693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MODELADO DEL ROBOT</a:t>
            </a:r>
            <a:endParaRPr b="1" sz="3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8" name="Google Shape;178;p19"/>
          <p:cNvGrpSpPr/>
          <p:nvPr/>
        </p:nvGrpSpPr>
        <p:grpSpPr>
          <a:xfrm>
            <a:off x="518157" y="1031748"/>
            <a:ext cx="5485500" cy="429198"/>
            <a:chOff x="2528429" y="717672"/>
            <a:chExt cx="4580411" cy="704412"/>
          </a:xfrm>
        </p:grpSpPr>
        <p:sp>
          <p:nvSpPr>
            <p:cNvPr id="179" name="Google Shape;179;p19"/>
            <p:cNvSpPr/>
            <p:nvPr/>
          </p:nvSpPr>
          <p:spPr>
            <a:xfrm>
              <a:off x="2528429" y="717684"/>
              <a:ext cx="3813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2909739" y="717672"/>
              <a:ext cx="41991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181" name="Google Shape;181;p19"/>
          <p:cNvSpPr txBox="1"/>
          <p:nvPr/>
        </p:nvSpPr>
        <p:spPr>
          <a:xfrm>
            <a:off x="454025" y="1016707"/>
            <a:ext cx="5523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1006325" y="980750"/>
            <a:ext cx="47958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MODELO CINEMÁTICO Y DINÁMICO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" name="Google Shape;18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1138" y="1678213"/>
            <a:ext cx="2600775" cy="178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9708" y="3727039"/>
            <a:ext cx="3943650" cy="55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" id="185" name="Google Shape;185;p19" title="MODELSDF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02125" y="1878100"/>
            <a:ext cx="1488000" cy="142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5750125" y="1501825"/>
            <a:ext cx="1760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3F3F3"/>
                </a:solidFill>
                <a:latin typeface="Roboto"/>
                <a:ea typeface="Roboto"/>
                <a:cs typeface="Roboto"/>
                <a:sym typeface="Roboto"/>
              </a:rPr>
              <a:t>model.sdf</a:t>
            </a:r>
            <a:endParaRPr sz="1500">
              <a:solidFill>
                <a:srgbClr val="F3F3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7-eu.googleusercontent.com/gg-dl/ABS2GSnmHLKim6xtWWRiRvLECnkDMqFSt2hdfIDWZc2ILmT7QPPI9TWl-tFXZ0LehQ7w9AY65MQ1noqtbModWznaPCLWQS7srI9lNJnJhZwLsHj1tvWR9WdBYaWwTxKQF55ve42KLh8R5RH0CfE3yBBqdx1V1qb4zdyPPQf-SSiwZK1-T75c=w1376-h768?authuser=0 mismo estilo blue print pero con menos fondo marino y mas en los bordes porque quiero añadir info dentro de la diapositiva " id="191" name="Google Shape;1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38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1006925" y="476825"/>
            <a:ext cx="69348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DISEÑO DEL CONTROL </a:t>
            </a: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3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934345" y="1776126"/>
            <a:ext cx="4916155" cy="459276"/>
            <a:chOff x="2528429" y="717672"/>
            <a:chExt cx="4580411" cy="704412"/>
          </a:xfrm>
        </p:grpSpPr>
        <p:sp>
          <p:nvSpPr>
            <p:cNvPr id="194" name="Google Shape;194;p20"/>
            <p:cNvSpPr/>
            <p:nvPr/>
          </p:nvSpPr>
          <p:spPr>
            <a:xfrm>
              <a:off x="2528429" y="717684"/>
              <a:ext cx="3813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2909739" y="717672"/>
              <a:ext cx="41991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196" name="Google Shape;196;p20"/>
          <p:cNvSpPr txBox="1"/>
          <p:nvPr/>
        </p:nvSpPr>
        <p:spPr>
          <a:xfrm>
            <a:off x="878225" y="1776132"/>
            <a:ext cx="5523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906275" y="1776113"/>
            <a:ext cx="46371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DESVINCULACIÓN DEL AUV 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98" name="Google Shape;198;p20"/>
          <p:cNvGrpSpPr/>
          <p:nvPr/>
        </p:nvGrpSpPr>
        <p:grpSpPr>
          <a:xfrm>
            <a:off x="934349" y="2643775"/>
            <a:ext cx="5454541" cy="459270"/>
            <a:chOff x="2575478" y="717670"/>
            <a:chExt cx="4533362" cy="704402"/>
          </a:xfrm>
        </p:grpSpPr>
        <p:sp>
          <p:nvSpPr>
            <p:cNvPr id="199" name="Google Shape;199;p20"/>
            <p:cNvSpPr/>
            <p:nvPr/>
          </p:nvSpPr>
          <p:spPr>
            <a:xfrm>
              <a:off x="2575478" y="717670"/>
              <a:ext cx="3342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2909739" y="717672"/>
              <a:ext cx="41991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201" name="Google Shape;201;p20"/>
          <p:cNvSpPr txBox="1"/>
          <p:nvPr/>
        </p:nvSpPr>
        <p:spPr>
          <a:xfrm>
            <a:off x="906275" y="2643775"/>
            <a:ext cx="496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299850" y="2643775"/>
            <a:ext cx="5800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ARQUITECTURA NODO DE CONTROL 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7-eu.googleusercontent.com/gg-dl/ABS2GSnmHLKim6xtWWRiRvLECnkDMqFSt2hdfIDWZc2ILmT7QPPI9TWl-tFXZ0LehQ7w9AY65MQ1noqtbModWznaPCLWQS7srI9lNJnJhZwLsHj1tvWR9WdBYaWwTxKQF55ve42KLh8R5RH0CfE3yBBqdx1V1qb4zdyPPQf-SSiwZK1-T75c=w1376-h768?authuser=0 mismo estilo blue print pero con menos fondo marino y mas en los bordes porque quiero añadir info dentro de la diapositiva " id="207" name="Google Shape;2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1006925" y="476825"/>
            <a:ext cx="69348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ESTRATEGIAS DE CONTROL</a:t>
            </a: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sz="3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9" name="Google Shape;209;p21"/>
          <p:cNvGrpSpPr/>
          <p:nvPr/>
        </p:nvGrpSpPr>
        <p:grpSpPr>
          <a:xfrm>
            <a:off x="992194" y="1698800"/>
            <a:ext cx="2583760" cy="429191"/>
            <a:chOff x="2528406" y="717675"/>
            <a:chExt cx="4580323" cy="704400"/>
          </a:xfrm>
        </p:grpSpPr>
        <p:sp>
          <p:nvSpPr>
            <p:cNvPr id="210" name="Google Shape;210;p21"/>
            <p:cNvSpPr/>
            <p:nvPr/>
          </p:nvSpPr>
          <p:spPr>
            <a:xfrm>
              <a:off x="2528406" y="717675"/>
              <a:ext cx="7059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3234230" y="717675"/>
              <a:ext cx="38745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212" name="Google Shape;212;p21"/>
          <p:cNvSpPr txBox="1"/>
          <p:nvPr/>
        </p:nvSpPr>
        <p:spPr>
          <a:xfrm>
            <a:off x="960200" y="1683744"/>
            <a:ext cx="5523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442825" y="1663350"/>
            <a:ext cx="18321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PD BÁSICO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4" name="Google Shape;214;p21"/>
          <p:cNvGrpSpPr/>
          <p:nvPr/>
        </p:nvGrpSpPr>
        <p:grpSpPr>
          <a:xfrm>
            <a:off x="992200" y="2445898"/>
            <a:ext cx="4481116" cy="429193"/>
            <a:chOff x="2495315" y="717672"/>
            <a:chExt cx="4613524" cy="704403"/>
          </a:xfrm>
        </p:grpSpPr>
        <p:sp>
          <p:nvSpPr>
            <p:cNvPr id="215" name="Google Shape;215;p21"/>
            <p:cNvSpPr/>
            <p:nvPr/>
          </p:nvSpPr>
          <p:spPr>
            <a:xfrm>
              <a:off x="2495315" y="717675"/>
              <a:ext cx="4143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2909739" y="717672"/>
              <a:ext cx="41991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217" name="Google Shape;217;p21"/>
          <p:cNvSpPr txBox="1"/>
          <p:nvPr/>
        </p:nvSpPr>
        <p:spPr>
          <a:xfrm>
            <a:off x="960200" y="2448525"/>
            <a:ext cx="430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1442825" y="2406100"/>
            <a:ext cx="40587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PID BASADO EN DINÁMICA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9" name="Google Shape;219;p21"/>
          <p:cNvGrpSpPr/>
          <p:nvPr/>
        </p:nvGrpSpPr>
        <p:grpSpPr>
          <a:xfrm>
            <a:off x="992200" y="3243400"/>
            <a:ext cx="5830758" cy="429191"/>
            <a:chOff x="2503168" y="717675"/>
            <a:chExt cx="4605654" cy="704400"/>
          </a:xfrm>
        </p:grpSpPr>
        <p:sp>
          <p:nvSpPr>
            <p:cNvPr id="220" name="Google Shape;220;p21"/>
            <p:cNvSpPr/>
            <p:nvPr/>
          </p:nvSpPr>
          <p:spPr>
            <a:xfrm>
              <a:off x="2503168" y="717675"/>
              <a:ext cx="3129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2816123" y="717675"/>
              <a:ext cx="42927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222" name="Google Shape;222;p21"/>
          <p:cNvSpPr txBox="1"/>
          <p:nvPr/>
        </p:nvSpPr>
        <p:spPr>
          <a:xfrm>
            <a:off x="960200" y="3213300"/>
            <a:ext cx="430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1442825" y="3177950"/>
            <a:ext cx="50214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SDRE (State-Depend Riccati Equation)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7-eu.googleusercontent.com/gg-dl/ABS2GSnmHLKim6xtWWRiRvLECnkDMqFSt2hdfIDWZc2ILmT7QPPI9TWl-tFXZ0LehQ7w9AY65MQ1noqtbModWznaPCLWQS7srI9lNJnJhZwLsHj1tvWR9WdBYaWwTxKQF55ve42KLh8R5RH0CfE3yBBqdx1V1qb4zdyPPQf-SSiwZK1-T75c=w1376-h768?authuser=0 mismo estilo blue print pero con menos fondo marino y mas en los bordes porque quiero añadir info dentro de la diapositiva " id="228" name="Google Shape;2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1006925" y="476825"/>
            <a:ext cx="69348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CONTROLADOR SDRE</a:t>
            </a: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3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6300" y="1493525"/>
            <a:ext cx="2565701" cy="2565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22"/>
          <p:cNvGrpSpPr/>
          <p:nvPr/>
        </p:nvGrpSpPr>
        <p:grpSpPr>
          <a:xfrm>
            <a:off x="224651" y="1279875"/>
            <a:ext cx="4520777" cy="429191"/>
            <a:chOff x="2528434" y="717675"/>
            <a:chExt cx="4580321" cy="704400"/>
          </a:xfrm>
        </p:grpSpPr>
        <p:sp>
          <p:nvSpPr>
            <p:cNvPr id="232" name="Google Shape;232;p22"/>
            <p:cNvSpPr/>
            <p:nvPr/>
          </p:nvSpPr>
          <p:spPr>
            <a:xfrm>
              <a:off x="2528434" y="717675"/>
              <a:ext cx="4479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3" name="Google Shape;233;p22"/>
            <p:cNvSpPr/>
            <p:nvPr/>
          </p:nvSpPr>
          <p:spPr>
            <a:xfrm>
              <a:off x="2976255" y="717675"/>
              <a:ext cx="41325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234" name="Google Shape;234;p22"/>
          <p:cNvSpPr txBox="1"/>
          <p:nvPr/>
        </p:nvSpPr>
        <p:spPr>
          <a:xfrm>
            <a:off x="152400" y="1247363"/>
            <a:ext cx="441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MODELO FÍSICO ADAPTATIVO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5" name="Google Shape;235;p22"/>
          <p:cNvGrpSpPr/>
          <p:nvPr/>
        </p:nvGrpSpPr>
        <p:grpSpPr>
          <a:xfrm>
            <a:off x="224638" y="2169325"/>
            <a:ext cx="4520777" cy="429191"/>
            <a:chOff x="2528434" y="717675"/>
            <a:chExt cx="4580321" cy="704400"/>
          </a:xfrm>
        </p:grpSpPr>
        <p:sp>
          <p:nvSpPr>
            <p:cNvPr id="236" name="Google Shape;236;p22"/>
            <p:cNvSpPr/>
            <p:nvPr/>
          </p:nvSpPr>
          <p:spPr>
            <a:xfrm>
              <a:off x="2528434" y="717675"/>
              <a:ext cx="4479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7" name="Google Shape;237;p22"/>
            <p:cNvSpPr/>
            <p:nvPr/>
          </p:nvSpPr>
          <p:spPr>
            <a:xfrm>
              <a:off x="2976255" y="717675"/>
              <a:ext cx="41325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grpSp>
        <p:nvGrpSpPr>
          <p:cNvPr id="238" name="Google Shape;238;p22"/>
          <p:cNvGrpSpPr/>
          <p:nvPr/>
        </p:nvGrpSpPr>
        <p:grpSpPr>
          <a:xfrm>
            <a:off x="224651" y="3967450"/>
            <a:ext cx="4520777" cy="429191"/>
            <a:chOff x="2528434" y="717675"/>
            <a:chExt cx="4580321" cy="704400"/>
          </a:xfrm>
        </p:grpSpPr>
        <p:sp>
          <p:nvSpPr>
            <p:cNvPr id="239" name="Google Shape;239;p22"/>
            <p:cNvSpPr/>
            <p:nvPr/>
          </p:nvSpPr>
          <p:spPr>
            <a:xfrm>
              <a:off x="2528434" y="717675"/>
              <a:ext cx="4479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0" name="Google Shape;240;p22"/>
            <p:cNvSpPr/>
            <p:nvPr/>
          </p:nvSpPr>
          <p:spPr>
            <a:xfrm>
              <a:off x="2976255" y="717675"/>
              <a:ext cx="41325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grpSp>
        <p:nvGrpSpPr>
          <p:cNvPr id="241" name="Google Shape;241;p22"/>
          <p:cNvGrpSpPr/>
          <p:nvPr/>
        </p:nvGrpSpPr>
        <p:grpSpPr>
          <a:xfrm>
            <a:off x="224651" y="3058775"/>
            <a:ext cx="4520777" cy="429191"/>
            <a:chOff x="2528434" y="717675"/>
            <a:chExt cx="4580321" cy="704400"/>
          </a:xfrm>
        </p:grpSpPr>
        <p:sp>
          <p:nvSpPr>
            <p:cNvPr id="242" name="Google Shape;242;p22"/>
            <p:cNvSpPr/>
            <p:nvPr/>
          </p:nvSpPr>
          <p:spPr>
            <a:xfrm>
              <a:off x="2528434" y="717675"/>
              <a:ext cx="4479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3" name="Google Shape;243;p22"/>
            <p:cNvSpPr/>
            <p:nvPr/>
          </p:nvSpPr>
          <p:spPr>
            <a:xfrm>
              <a:off x="2976255" y="717675"/>
              <a:ext cx="41325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244" name="Google Shape;244;p22"/>
          <p:cNvSpPr txBox="1"/>
          <p:nvPr/>
        </p:nvSpPr>
        <p:spPr>
          <a:xfrm>
            <a:off x="236700" y="2179125"/>
            <a:ext cx="42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OPTIMIZACIÓN ENERGÉTICA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194550" y="3073288"/>
            <a:ext cx="433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MANEJO DE CUATERNIONES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152400" y="3967475"/>
            <a:ext cx="441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FEEDBACK + FEEDFORWARD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7-eu.googleusercontent.com/gg-dl/ABS2GSnmHLKim6xtWWRiRvLECnkDMqFSt2hdfIDWZc2ILmT7QPPI9TWl-tFXZ0LehQ7w9AY65MQ1noqtbModWznaPCLWQS7srI9lNJnJhZwLsHj1tvWR9WdBYaWwTxKQF55ve42KLh8R5RH0CfE3yBBqdx1V1qb4zdyPPQf-SSiwZK1-T75c=w1376-h768?authuser=0 mismo estilo blue print pero con menos fondo marino y mas en los bordes porque quiero añadir info dentro de la diapositiva " id="251" name="Google Shape;2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1006925" y="476825"/>
            <a:ext cx="69348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PRUEBAS Y RESULTADOS </a:t>
            </a: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3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3" name="Google Shape;253;p23" title="PD con mape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6925" y="1493525"/>
            <a:ext cx="3048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1059725" y="3214125"/>
            <a:ext cx="29952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PD con mapeo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5" name="Google Shape;255;p23" title="PID con trayectoria de puntos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96475" y="1493525"/>
            <a:ext cx="3048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4996475" y="3214125"/>
            <a:ext cx="30480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PID con waypoints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7-eu.googleusercontent.com/gg-dl/ABS2GSnmHLKim6xtWWRiRvLECnkDMqFSt2hdfIDWZc2ILmT7QPPI9TWl-tFXZ0LehQ7w9AY65MQ1noqtbModWznaPCLWQS7srI9lNJnJhZwLsHj1tvWR9WdBYaWwTxKQF55ve42KLh8R5RH0CfE3yBBqdx1V1qb4zdyPPQf-SSiwZK1-T75c=w1376-h768?authuser=0 mismo estilo blue print pero con menos fondo marino y mas en los bordes porque quiero añadir info dentro de la diapositiva " id="261" name="Google Shape;2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1006925" y="476825"/>
            <a:ext cx="69348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PRUEBAS Y RESULTADOS  </a:t>
            </a:r>
            <a:endParaRPr b="1" sz="3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3" name="Google Shape;263;p24" title="SDRE con trayectoria de punto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6925" y="1493525"/>
            <a:ext cx="3048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1033325" y="3208025"/>
            <a:ext cx="29952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SDRE con waypoints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24" title="SDRE con pertubaciones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93725" y="1493525"/>
            <a:ext cx="3048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4920125" y="3208025"/>
            <a:ext cx="29952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SDRE con perturbaciones 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7-eu.googleusercontent.com/gg-dl/ABS2GSnmHLKim6xtWWRiRvLECnkDMqFSt2hdfIDWZc2ILmT7QPPI9TWl-tFXZ0LehQ7w9AY65MQ1noqtbModWznaPCLWQS7srI9lNJnJhZwLsHj1tvWR9WdBYaWwTxKQF55ve42KLh8R5RH0CfE3yBBqdx1V1qb4zdyPPQf-SSiwZK1-T75c=w1376-h768?authuser=0 mismo estilo blue print pero con menos fondo marino y mas en los bordes porque quiero añadir info dentro de la diapositiva " id="271" name="Google Shape;2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006925" y="476825"/>
            <a:ext cx="69348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CONCLUSIÓN  Y  DIFICULTADES </a:t>
            </a:r>
            <a:r>
              <a:rPr b="1" lang="es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sz="3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3" name="Google Shape;273;p25"/>
          <p:cNvGrpSpPr/>
          <p:nvPr/>
        </p:nvGrpSpPr>
        <p:grpSpPr>
          <a:xfrm>
            <a:off x="2213888" y="1526025"/>
            <a:ext cx="4520777" cy="429191"/>
            <a:chOff x="2528434" y="717675"/>
            <a:chExt cx="4580321" cy="704400"/>
          </a:xfrm>
        </p:grpSpPr>
        <p:sp>
          <p:nvSpPr>
            <p:cNvPr id="274" name="Google Shape;274;p25"/>
            <p:cNvSpPr/>
            <p:nvPr/>
          </p:nvSpPr>
          <p:spPr>
            <a:xfrm>
              <a:off x="2528434" y="717675"/>
              <a:ext cx="4479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2976255" y="717675"/>
              <a:ext cx="41325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276" name="Google Shape;276;p25"/>
          <p:cNvSpPr txBox="1"/>
          <p:nvPr/>
        </p:nvSpPr>
        <p:spPr>
          <a:xfrm>
            <a:off x="2273700" y="1493525"/>
            <a:ext cx="441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SUPERIORIDAD DEL CONTROL SDRE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7" name="Google Shape;277;p25"/>
          <p:cNvGrpSpPr/>
          <p:nvPr/>
        </p:nvGrpSpPr>
        <p:grpSpPr>
          <a:xfrm>
            <a:off x="2213977" y="2149691"/>
            <a:ext cx="4520777" cy="429191"/>
            <a:chOff x="2528434" y="717675"/>
            <a:chExt cx="4580321" cy="704400"/>
          </a:xfrm>
        </p:grpSpPr>
        <p:sp>
          <p:nvSpPr>
            <p:cNvPr id="278" name="Google Shape;278;p25"/>
            <p:cNvSpPr/>
            <p:nvPr/>
          </p:nvSpPr>
          <p:spPr>
            <a:xfrm>
              <a:off x="2528434" y="717675"/>
              <a:ext cx="4479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9" name="Google Shape;279;p25"/>
            <p:cNvSpPr/>
            <p:nvPr/>
          </p:nvSpPr>
          <p:spPr>
            <a:xfrm>
              <a:off x="2976255" y="717675"/>
              <a:ext cx="41325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280" name="Google Shape;280;p25"/>
          <p:cNvSpPr txBox="1"/>
          <p:nvPr/>
        </p:nvSpPr>
        <p:spPr>
          <a:xfrm>
            <a:off x="2273700" y="2117150"/>
            <a:ext cx="45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LIMITACIONES DE SIMULACIÓN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81" name="Google Shape;281;p25"/>
          <p:cNvGrpSpPr/>
          <p:nvPr/>
        </p:nvGrpSpPr>
        <p:grpSpPr>
          <a:xfrm>
            <a:off x="2213888" y="2773275"/>
            <a:ext cx="4520777" cy="429191"/>
            <a:chOff x="2528434" y="717675"/>
            <a:chExt cx="4580321" cy="704400"/>
          </a:xfrm>
        </p:grpSpPr>
        <p:sp>
          <p:nvSpPr>
            <p:cNvPr id="282" name="Google Shape;282;p25"/>
            <p:cNvSpPr/>
            <p:nvPr/>
          </p:nvSpPr>
          <p:spPr>
            <a:xfrm>
              <a:off x="2528434" y="717675"/>
              <a:ext cx="4479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2976255" y="717675"/>
              <a:ext cx="41325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284" name="Google Shape;284;p25"/>
          <p:cNvSpPr txBox="1"/>
          <p:nvPr/>
        </p:nvSpPr>
        <p:spPr>
          <a:xfrm>
            <a:off x="2273688" y="2740775"/>
            <a:ext cx="420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FALTA DE DOCUMENTACIÓN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85" name="Google Shape;285;p25"/>
          <p:cNvGrpSpPr/>
          <p:nvPr/>
        </p:nvGrpSpPr>
        <p:grpSpPr>
          <a:xfrm>
            <a:off x="2213888" y="3396900"/>
            <a:ext cx="4520777" cy="429191"/>
            <a:chOff x="2528434" y="717675"/>
            <a:chExt cx="4580321" cy="704400"/>
          </a:xfrm>
        </p:grpSpPr>
        <p:sp>
          <p:nvSpPr>
            <p:cNvPr id="286" name="Google Shape;286;p25"/>
            <p:cNvSpPr/>
            <p:nvPr/>
          </p:nvSpPr>
          <p:spPr>
            <a:xfrm>
              <a:off x="2528434" y="717675"/>
              <a:ext cx="447900" cy="704400"/>
            </a:xfrm>
            <a:prstGeom prst="rect">
              <a:avLst/>
            </a:prstGeom>
            <a:solidFill>
              <a:srgbClr val="A4C2F4"/>
            </a:solidFill>
            <a:ln cap="flat" cmpd="sng" w="6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23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2976255" y="717675"/>
              <a:ext cx="4132500" cy="704400"/>
            </a:xfrm>
            <a:prstGeom prst="rect">
              <a:avLst/>
            </a:prstGeom>
            <a:solidFill>
              <a:srgbClr val="4A86E8"/>
            </a:solidFill>
            <a:ln>
              <a:noFill/>
            </a:ln>
            <a:effectLst>
              <a:outerShdw blurRad="46772" rotWithShape="0" algn="bl" dir="5400000" dist="15591">
                <a:srgbClr val="000000">
                  <a:alpha val="50000"/>
                </a:srgbClr>
              </a:outerShdw>
            </a:effectLst>
          </p:spPr>
          <p:txBody>
            <a:bodyPr anchorCtr="0" anchor="ctr" bIns="60600" lIns="60600" spcFirstLastPara="1" rIns="60600" wrap="square" tIns="60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8"/>
            </a:p>
          </p:txBody>
        </p:sp>
      </p:grpSp>
      <p:sp>
        <p:nvSpPr>
          <p:cNvPr id="288" name="Google Shape;288;p25"/>
          <p:cNvSpPr txBox="1"/>
          <p:nvPr/>
        </p:nvSpPr>
        <p:spPr>
          <a:xfrm>
            <a:off x="2273688" y="3364400"/>
            <a:ext cx="420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PROPUESTA FUTURA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